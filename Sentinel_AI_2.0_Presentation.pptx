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44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9850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SENTINEL AI 2.0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8FF"/>
                </a:solidFill>
              </a:rPr>
              <a:t>Enterprise Zero-Trust AI Security Gateway &amp; Financial Operations Platform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Unifying Real-Time Threat Interception with Gemma SME Cashflow Intelligence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5029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Presented by: Anlin Punne | Super Administrator (Level 5 Access)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5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SENTINEL AI 2.0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FF"/>
                </a:solidFill>
              </a:rPr>
              <a:t>PROBLEM ANALYSIS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Executive Summary &amp; The Problem Statement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8FF"/>
                </a:solidFill>
              </a:rPr>
              <a:t>Two Critical Challenges Facing Enterprise AI Adoption: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2880" y="1280697"/>
            <a:ext cx="5157746" cy="3277580"/>
          </a:xfrm>
          <a:prstGeom prst="rect">
            <a:avLst/>
          </a:prstGeom>
          <a:solidFill>
            <a:srgbClr val="0F172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</a:rPr>
              <a:t>1. Severe Security &amp; Data Leak Risks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873" y="1541293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Accidental PII Exposure: Employees pasting credit cards, IBAN bank accounts, and passwords into AI prompts.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Adversarial Jailbreaks: Hackers tricking LLMs into ignoring safety guidelines and dumping secret user records.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Code Injection Exploits: Remote Code Execution (RCE), XSS scripts, and SQL injections submitted via prompt payloads.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77123" y="1221864"/>
            <a:ext cx="3483997" cy="3382133"/>
          </a:xfrm>
          <a:prstGeom prst="rect">
            <a:avLst/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59287" y="1775791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2. Financial Cashflow Uncertainty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06940" y="1185274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Runway Visibility Shortfalls: SMEs struggle to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 forecast 30-day cash positions and predict insolvency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 dates.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Unpaid Invoice Aging: Money trapped in overdue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 client invoices (30, 60, 90+ days late).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Lack of Scenario Intelligence: Business owners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 cannot simulate payment delays or supplier payables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 in real time.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5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SENTINEL AI 2.0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FF"/>
                </a:solidFill>
              </a:rPr>
              <a:t>PLATFORM CONCEPT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Unified Solution — Sentinel AI Platform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8FF"/>
                </a:solidFill>
              </a:rPr>
              <a:t>A Dual Shield Platform Connecting Security &amp; Financial Intelligence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1" y="1303020"/>
            <a:ext cx="7084330" cy="3447286"/>
          </a:xfrm>
          <a:prstGeom prst="rect">
            <a:avLst/>
          </a:prstGeom>
          <a:solidFill>
            <a:srgbClr val="0F172A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551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🛡️ ZERO-TRUST SECURITY FIREWALL + 💼 GEMMA CASHFLOW COPILOT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17551" y="2468880"/>
            <a:ext cx="10424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Sentinel AI acts as a Zero-Trust Bouncer sitting between users and LLMs (Google Gemini 2.5 / Gemma).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Every financial query, invoice reminder draft, and prompt passes through real-time ML screening first.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95847" y="287160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</a:rPr>
              <a:t>Key Pillars: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5847" y="3568810"/>
            <a:ext cx="10424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1. 100Hz Real-Time ML Prompt Risk Scoring (0.00 to 1.00)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2. Zero-Knowledge Client-Side PII Masking ([REDACTED_PII])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3. Gemma 30-Day Cashflow Runway &amp; Insolvency Predictor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4. Automated AI Payment Reminders (Polite, Firm, Urgent)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5. Level 5 Emergency System Isolation (Lockdown Mode)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5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SENTINEL AI 2.0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FF"/>
                </a:solidFill>
              </a:rPr>
              <a:t>SECURITY MATRIX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Dual Security Barrier — 8 Protection Layers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FF"/>
                </a:solidFill>
              </a:rPr>
              <a:t>Input &amp; Code Attack Barriers: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Layer 1: AST Payload Scanner (eval, exec, &lt;script&gt;, DROP TABLE)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Layer 2: Output XSS Sanitization (Escapes HTML before DOM render)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Layer 3: Parameterized DB Queries (Neutralizes SQL/NoSQL injection)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Layer 4: Isolated Static Sandboxing (Code renders without execution)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303520" cy="4114800"/>
          </a:xfrm>
          <a:prstGeom prst="rect">
            <a:avLst/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</a:rPr>
              <a:t>External Outside Server Barriers: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37744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Barrier 1: JWT Bearer Token Gatekeeper (Rejects unauthenticated REST)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Barrier 2: Level 5 System Isolation (1-Click Emergency Lockdown)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Barrier 3: Strict CORS Boundary Shield (Blocks cross-origin forgery)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Barrier 4: TLS/SSL HTTPS Tunneling (Encrypted stream + payload caps)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5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SENTINEL AI 2.0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FF"/>
                </a:solidFill>
              </a:rPr>
              <a:t>FINANCIAL ENGINE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Gemma SME Financial Operations Center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310" y="941832"/>
            <a:ext cx="8661620" cy="3771897"/>
          </a:xfrm>
          <a:prstGeom prst="rect">
            <a:avLst/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595" y="1237753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</a:rPr>
              <a:t>💼 Cashflow Forecasting &amp; AI Invoice Collection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0595" y="1918915"/>
            <a:ext cx="10424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• 30-Day Interactive Runway Chart: Visualizes liquid balance (Rs 85,000) and monthly burn (Rs 42,000).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• 3 Macro Scenario Switcher: Toggle between Optimistic, Crunch, and Crisis mode.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• Interactive "What-If" Calculator: Live sliders for Client Payment Delays, Supplier Extensions, and Hires.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• Automated Invoice Collection Bot: Generates 3 AI reminder tones (Polite, Firm, Urgent) via WhatsApp/Email.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5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SENTINEL AI 2.0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FF"/>
                </a:solidFill>
              </a:rPr>
              <a:t>USER INTERFACE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Visual Dashboards &amp; Flagship Features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562" y="932688"/>
            <a:ext cx="4758855" cy="1382194"/>
          </a:xfrm>
          <a:prstGeom prst="rect">
            <a:avLst/>
          </a:prstGeom>
          <a:solidFill>
            <a:srgbClr val="0F172A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562" y="1146313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</a:rPr>
              <a:t>🌐 3D Threat Heatmap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562" y="1543878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Interactive global radar globe displaying real-time blocked cyber threat nodes across Tokyo, Frankfurt, NYC, and London.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16557" y="932688"/>
            <a:ext cx="4155881" cy="1353312"/>
          </a:xfrm>
          <a:prstGeom prst="rect">
            <a:avLst/>
          </a:prstGeom>
          <a:solidFill>
            <a:srgbClr val="0F172A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152939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</a:rPr>
              <a:t>📈 24h Risk Analytics Chart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543878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Recharts area/bar chart tracking average prompt risk scores, jailbreak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 spikes, ZK PII redactions, and RCE payload blocks.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562" y="2446683"/>
            <a:ext cx="4758855" cy="1144655"/>
          </a:xfrm>
          <a:prstGeom prst="rect">
            <a:avLst/>
          </a:prstGeom>
          <a:solidFill>
            <a:srgbClr val="0F172A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6497" y="2690191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</a:rPr>
              <a:t>📄 Executive PDF Audit Export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6497" y="3074504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1-click button to compile and download formal executive security &amp;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 financial compliance PDF audit reports.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2506251"/>
            <a:ext cx="4134678" cy="1085082"/>
          </a:xfrm>
          <a:prstGeom prst="rect">
            <a:avLst/>
          </a:prstGeom>
          <a:solidFill>
            <a:srgbClr val="0F172A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09322" y="2690191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</a:rPr>
              <a:t>🔔 Slack &amp; Teams Webhooks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09322" y="3074504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SecOps integration sending instant threat alert notifications directly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 to company Slack or Teams channels.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5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SENTINEL AI 2.0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FF"/>
                </a:solidFill>
              </a:rPr>
              <a:t>ROI &amp; IMPACT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Business Impact &amp; Enterprise Value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4449" y="1005839"/>
            <a:ext cx="3053301" cy="4096513"/>
          </a:xfrm>
          <a:prstGeom prst="rect">
            <a:avLst/>
          </a:prstGeom>
          <a:solidFill>
            <a:srgbClr val="0F172A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4449" y="1244379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FF"/>
                </a:solidFill>
              </a:rPr>
              <a:t>🔒 100% Data Protection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4807" y="1759889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Zero sensitive data leaks or PII exposure. Full compliance with SOC2, GDPR, and enterprise AI safety regulations.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03767" y="1005840"/>
            <a:ext cx="2984390" cy="411480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49487" y="124305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📈 Zero Insolvency Surprises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49487" y="170688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SMEs gain 30-day runway visibility and automate late invoice collections in seconds instead of hours.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94174" y="1005840"/>
            <a:ext cx="2749826" cy="4114800"/>
          </a:xfrm>
          <a:prstGeom prst="rect">
            <a:avLst/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4174" y="124305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</a:rPr>
              <a:t>🛡️ Instant Attack Lockdown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58447" y="1574359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Super Admins freeze non-admin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prompt traffic in 1 second during an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 active cyber attack.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736</Words>
  <Application>Microsoft Office PowerPoint</Application>
  <PresentationFormat>On-screen Show (16:9)</PresentationFormat>
  <Paragraphs>87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anlin babu</cp:lastModifiedBy>
  <cp:revision>2</cp:revision>
  <dcterms:created xsi:type="dcterms:W3CDTF">2026-08-06T17:21:17Z</dcterms:created>
  <dcterms:modified xsi:type="dcterms:W3CDTF">2026-08-06T17:35:48Z</dcterms:modified>
</cp:coreProperties>
</file>